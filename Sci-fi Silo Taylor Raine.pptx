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3" r:id="rId4"/>
    <p:sldId id="265" r:id="rId5"/>
    <p:sldId id="261" r:id="rId6"/>
    <p:sldId id="259" r:id="rId7"/>
    <p:sldId id="257" r:id="rId8"/>
    <p:sldId id="271" r:id="rId9"/>
    <p:sldId id="267" r:id="rId10"/>
    <p:sldId id="268" r:id="rId11"/>
    <p:sldId id="258" r:id="rId12"/>
    <p:sldId id="262" r:id="rId13"/>
    <p:sldId id="269" r:id="rId14"/>
    <p:sldId id="266" r:id="rId15"/>
    <p:sldId id="264" r:id="rId16"/>
    <p:sldId id="272" r:id="rId17"/>
    <p:sldId id="263" r:id="rId18"/>
    <p:sldId id="270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915EA-2AFE-C12A-4D93-FAACBA8290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428FB-B889-5CE7-B635-9ACB3B143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8481E0-E3BE-DBAD-839F-C980603D4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667EB-23BE-F658-8ECA-A28F434A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DEE40-4D3D-1931-52AE-A091FB11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289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5D4DA-50E8-6F04-F4EC-67227D0D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5DB2A-4145-5FFA-7249-025654C7C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99076-C9C0-414B-B7D7-F7A8A46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231AA-6672-19D5-AFC7-FBB88582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52B57-8CDC-49EB-194E-879E82744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223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0F5F1-8FCE-2CBC-F674-87885C0B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4A2B1-FE93-ACDE-0E2E-27521EC94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5D728-84A9-4EDF-4617-C00EA50D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04F80-E992-A4A9-BD8D-FDD34F6F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13020-13B0-BA0E-07AC-3E0324B92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4245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2BE77-B01D-8E8D-674A-991AAFBDE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519FF-86CE-11F8-3EA8-0952BF5E8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662598-0AB0-763E-FF5C-CA2E24AC4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B892B-772F-CA0F-566F-C81DD918F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08387-E3C3-25CA-4D44-43C33A09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5CD0A-0F97-7F27-0DEA-F59D7817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84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FD388-3553-6942-FB15-90F5C8DBC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4075A-A231-A6DF-B825-8F753B115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175665-9E9E-9252-C97F-E17D374DA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65FA0-B858-BAA6-FDE3-3B04EE2A79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B3225-DCF1-0564-6257-86218E470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4AA33-DFE2-BAD6-3449-470AEC876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4BDD3-6DAE-3447-DF54-35118C57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C1FDB9-178B-ABC0-3DE0-AAE198B0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682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4A09F-81FA-6852-389E-89D95BE9B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9AC238-B43B-AF92-750E-24B06F58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229839-7387-E9CA-E1AD-327316F7B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2468C-10E1-5F1C-D42A-E9ACB762F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528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EA848A-8041-FCBB-C8E8-BF964E16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9DF113-F37F-279B-2443-113F86AF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4E3E9-3543-2136-1252-BBF9F974D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94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8C73-DE3A-768D-F246-16F143F9D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D6432-1446-8602-C03A-8FBBE8814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58376B-B388-2951-9A8A-C0CCC9512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842D1-CBA9-FFDB-8A80-DA2136625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7B89F-B37B-8611-E4C9-92AD7E25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A2EFC-CF8C-64E3-C6EF-9D15746F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784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EF1F-AA9B-A4CD-B3F9-980B9EA1B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16B14A-57E5-56A6-9F4E-2FC5219F8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D26A9-A648-5F18-57E4-85EBEC0E2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1597E0-F05F-F7B9-EEC3-1B5527611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1A570-8AC4-C98A-3DE1-9A8E215B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54DA5-3A11-8B65-8B0F-488DE972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850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A4530-BECB-1E6B-C047-53106619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65B85-58F7-5A47-053F-F667897C6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53049-4D3E-D177-13FA-47E3758B1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A682E-D0F2-3DAE-36F9-408AF62E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71A46-2C62-3444-5E62-A5D655131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523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081D2-816F-EC70-E076-1770D4EE01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74C08-8007-7B27-314C-80E8099D4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ED147-03F3-D632-65BF-C8A2F101F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F072B-291D-188A-A7F1-4C485891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A6648-46DE-E424-0E68-76C51440B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223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F969AC-F0FC-A4D7-DE41-5AF8FAA38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BFB1F-E345-FDBA-AAE0-580D9F97F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34857-3415-FB93-DF95-7C5773A3A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0291E-C8BC-40CF-A4B3-85AFB3D28E9C}" type="datetimeFigureOut">
              <a:rPr lang="en-GB" smtClean="0"/>
              <a:t>30/04/2026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E7A1A-8A35-5E8A-5962-945EE03B2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7DE14-39C0-AD2A-C95C-3E215D2193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4CE7A-C2BF-44F6-AC4D-C802BB59E9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170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27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kfb.ly/pJn8O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C9E84-3BCF-FA27-B135-B3618948B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GB" sz="4800" dirty="0">
                <a:solidFill>
                  <a:srgbClr val="FFFFFF"/>
                </a:solidFill>
              </a:rPr>
              <a:t>Modelling: Sci-fi Silo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604DC-540E-5419-59EA-E32F7A3F92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GB" dirty="0">
                <a:solidFill>
                  <a:srgbClr val="FFFFFF"/>
                </a:solidFill>
              </a:rPr>
              <a:t>Taylor Raine - </a:t>
            </a:r>
            <a:r>
              <a:rPr lang="en-GB" dirty="0">
                <a:solidFill>
                  <a:schemeClr val="bg1"/>
                </a:solidFill>
              </a:rPr>
              <a:t>25156239</a:t>
            </a:r>
          </a:p>
        </p:txBody>
      </p:sp>
    </p:spTree>
    <p:extLst>
      <p:ext uri="{BB962C8B-B14F-4D97-AF65-F5344CB8AC3E}">
        <p14:creationId xmlns:p14="http://schemas.microsoft.com/office/powerpoint/2010/main" val="3813372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D436F3-DCBF-0ED4-C2C0-82FFA676F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Intro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F80F9-CE21-68AF-72D7-F1A0B0601A8B}"/>
              </a:ext>
            </a:extLst>
          </p:cNvPr>
          <p:cNvSpPr txBox="1"/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My names taylor raine and For this assignment, I was given the goal of recreating this Sci-Fi style storage silo.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Originally design by splash damage.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2D3649-5169-D153-5670-62BD8172B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6" r="21868" b="2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7204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B9159-5FDA-2CEE-C751-325704B4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Mood board</a:t>
            </a:r>
            <a:br>
              <a:rPr lang="en-GB" dirty="0"/>
            </a:b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4C71DE-4172-4B67-E8E2-D5826C2147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06" r="21868" b="2"/>
          <a:stretch>
            <a:fillRect/>
          </a:stretch>
        </p:blipFill>
        <p:spPr>
          <a:xfrm>
            <a:off x="8041491" y="1301470"/>
            <a:ext cx="2983480" cy="288860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26" name="Picture 2" descr="Ready sci fi container 3D model - TurboSquid 1533334">
            <a:extLst>
              <a:ext uri="{FF2B5EF4-FFF2-40B4-BE49-F238E27FC236}">
                <a16:creationId xmlns:a16="http://schemas.microsoft.com/office/drawing/2014/main" id="{5E343F88-F04F-EA1E-C469-512365F06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897" y="3344386"/>
            <a:ext cx="2759428" cy="2368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rtStation - Fuel Silo for Halo 5 : Guardians, Mark Nicolino | Sci fi  architecture, Scifi building, Silos">
            <a:extLst>
              <a:ext uri="{FF2B5EF4-FFF2-40B4-BE49-F238E27FC236}">
                <a16:creationId xmlns:a16="http://schemas.microsoft.com/office/drawing/2014/main" id="{97C09D36-9022-4889-67F1-25A499E32D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99" r="17583"/>
          <a:stretch>
            <a:fillRect/>
          </a:stretch>
        </p:blipFill>
        <p:spPr bwMode="auto">
          <a:xfrm>
            <a:off x="1853583" y="1352109"/>
            <a:ext cx="3733314" cy="338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etal texture Images - Free Download on ...">
            <a:extLst>
              <a:ext uri="{FF2B5EF4-FFF2-40B4-BE49-F238E27FC236}">
                <a16:creationId xmlns:a16="http://schemas.microsoft.com/office/drawing/2014/main" id="{701CE37D-7DF0-B23F-CAB2-515141F04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708" y="4161293"/>
            <a:ext cx="2696707" cy="2696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Black metal steel plate and metallic texture on dark background with shiny  pattern stainless material surface. 3d rendering. | Premium Photo">
            <a:extLst>
              <a:ext uri="{FF2B5EF4-FFF2-40B4-BE49-F238E27FC236}">
                <a16:creationId xmlns:a16="http://schemas.microsoft.com/office/drawing/2014/main" id="{4A1D3678-9B47-B43D-4CAB-85D766EF2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924" y="4528641"/>
            <a:ext cx="3048751" cy="203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i-fi Large Terrain Containers Props | 100mm, 28mm, 32mm Scales | RPG  Tabletop Scatter| Futuristic Wargames - Etsy UK">
            <a:extLst>
              <a:ext uri="{FF2B5EF4-FFF2-40B4-BE49-F238E27FC236}">
                <a16:creationId xmlns:a16="http://schemas.microsoft.com/office/drawing/2014/main" id="{D344E633-3E2C-DE16-6027-82ABACA22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196" y="944985"/>
            <a:ext cx="2368512" cy="236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47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0AED851-54B9-4765-92D2-F0BE443BE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14EDE-8D04-8DF4-AC95-FF2E70609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856" y="2944090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Block 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ADD80-DDB7-9EF7-2A0D-50A50E487191}"/>
              </a:ext>
            </a:extLst>
          </p:cNvPr>
          <p:cNvSpPr txBox="1"/>
          <p:nvPr/>
        </p:nvSpPr>
        <p:spPr>
          <a:xfrm>
            <a:off x="7041857" y="3282965"/>
            <a:ext cx="4036333" cy="17098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start I created a simple block out to correctly set the scale and position of each part 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BEEE3C-DC9A-F347-E5ED-8FE8167C1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6" t="21963" r="32591" b="18059"/>
          <a:stretch>
            <a:fillRect/>
          </a:stretch>
        </p:blipFill>
        <p:spPr>
          <a:xfrm>
            <a:off x="733507" y="983484"/>
            <a:ext cx="5536001" cy="48322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0008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6CAED0A-2A45-4C9C-BCDD-21A8A092C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713DB-D9AA-DD73-C44E-AD74211C1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High Poly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5B259D1-C581-EA9B-AF0C-0FA62CA9A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4160725" cy="35989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Using the Block out as a base I designed the high poly version of my silo.</a:t>
            </a:r>
          </a:p>
          <a:p>
            <a:pPr marL="0" indent="0">
              <a:buNone/>
            </a:pPr>
            <a:r>
              <a:rPr lang="en-US" sz="2400" dirty="0"/>
              <a:t>matching the curvature and small details to that of the reference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E882B0-1BA9-3231-8967-0797CEB23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8933" b="2772"/>
          <a:stretch>
            <a:fillRect/>
          </a:stretch>
        </p:blipFill>
        <p:spPr>
          <a:xfrm>
            <a:off x="5418759" y="2559047"/>
            <a:ext cx="2496939" cy="36394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70E000-3DC9-BB46-566F-5F17C5A570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51" r="4" b="10177"/>
          <a:stretch>
            <a:fillRect/>
          </a:stretch>
        </p:blipFill>
        <p:spPr>
          <a:xfrm>
            <a:off x="8412616" y="2559047"/>
            <a:ext cx="2743620" cy="363945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869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0402E7-EE26-F398-BC68-04BB6D867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Low Poly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38BAA17-C605-5C9D-3D58-73B633B05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From my high poly, I made the low poly by removing all the unnecessary edges and vertices, being careful to remove all N-gons while keeping the silhouette intact. </a:t>
            </a:r>
          </a:p>
          <a:p>
            <a:pPr marL="0" indent="0">
              <a:buNone/>
            </a:pPr>
            <a:r>
              <a:rPr lang="en-US" sz="2000"/>
              <a:t>I also assigned ID materials to each part of the Model.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DD4844-8CD7-BCED-9930-2B4E749B9E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41" b="3589"/>
          <a:stretch>
            <a:fillRect/>
          </a:stretch>
        </p:blipFill>
        <p:spPr>
          <a:xfrm>
            <a:off x="6345309" y="856180"/>
            <a:ext cx="4439724" cy="51053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629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D04D4-94AC-1513-1DC6-BC84D613A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 dirty="0"/>
              <a:t>UV’s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07AD679-1860-963C-420E-3ECB5ED03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Then using mays auto UV tools, I made a simple UV map of my model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EBCAC5-B1DE-FE8D-F0D0-1C09A7F7E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852" y="833052"/>
            <a:ext cx="5390853" cy="529737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5258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CDD06-34B9-270D-3215-B9E7048E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GB" dirty="0"/>
              <a:t>Naming Scheme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FFACD1-C418-0816-CB4F-4C4E97023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419" y="511293"/>
            <a:ext cx="3706906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09BD2-1EDA-FD46-5BB6-98805868F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2593663"/>
            <a:ext cx="5458838" cy="24367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dirty="0"/>
              <a:t>Before carrying on I made sure that both my high and low poly followed a naming scheme, with both having a relative describer at the end. E.G _Low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842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7AE79-B9BD-3D94-5D64-3C62AE40B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814B4-6492-B73F-B2F1-E1D21789E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Baking the Model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090016A-BABE-3A90-178C-0CAFE9018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3809" y="4292909"/>
            <a:ext cx="4036333" cy="170984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 then used substance painter to bake the high polys details onto the low poly model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AECAB7-0AF3-6659-0B88-CBC5CF9BB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814" y="666728"/>
            <a:ext cx="4017356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56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17FC49-BE38-F945-4B11-F76FAB035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Trim Sheets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C86047AD-2D3D-6B98-595F-115B1CC1E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For the Textures of my Silo, I decide to try out some trim sheets for the parts with more unique details.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4E542D-3DE9-1624-040F-4E743275F7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14" t="1573" r="3978" b="3795"/>
          <a:stretch>
            <a:fillRect/>
          </a:stretch>
        </p:blipFill>
        <p:spPr>
          <a:xfrm>
            <a:off x="7995535" y="586145"/>
            <a:ext cx="2553793" cy="2491035"/>
          </a:xfrm>
          <a:prstGeom prst="rect">
            <a:avLst/>
          </a:prstGeom>
          <a:solidFill>
            <a:schemeClr val="accent2"/>
          </a:solidFill>
          <a:ln w="38100">
            <a:solidFill>
              <a:schemeClr val="tx1"/>
            </a:solidFill>
          </a:ln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A91E44-281C-2718-451F-63CF6610A1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89" t="1076" r="-599" b="-4"/>
          <a:stretch>
            <a:fillRect/>
          </a:stretch>
        </p:blipFill>
        <p:spPr>
          <a:xfrm>
            <a:off x="7995534" y="3721437"/>
            <a:ext cx="2553794" cy="249167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8303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1612B638-AF29-4A83-BFB3-49BF0745B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AAE7D-B2B4-1226-642B-609B80398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386930"/>
            <a:ext cx="10141799" cy="1300554"/>
          </a:xfrm>
        </p:spPr>
        <p:txBody>
          <a:bodyPr anchor="b">
            <a:normAutofit/>
          </a:bodyPr>
          <a:lstStyle/>
          <a:p>
            <a:r>
              <a:rPr lang="en-GB" sz="4800" dirty="0"/>
              <a:t>Texturing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ED1F41-A812-EC92-5ED9-6114BF9B61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81" b="4"/>
          <a:stretch>
            <a:fillRect/>
          </a:stretch>
        </p:blipFill>
        <p:spPr>
          <a:xfrm>
            <a:off x="635295" y="2524715"/>
            <a:ext cx="2743200" cy="37142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64375B-AAAC-9F59-2DDA-0BB219F038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553" b="4"/>
          <a:stretch>
            <a:fillRect/>
          </a:stretch>
        </p:blipFill>
        <p:spPr>
          <a:xfrm>
            <a:off x="3622965" y="2524715"/>
            <a:ext cx="2743200" cy="371424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CB1CD6A-B8EC-B804-6C73-9DF034E28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937" y="2599509"/>
            <a:ext cx="4054389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Continuing in substance painter I used the trim sheets I had just made to apply the textures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10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F687420-BEB4-45CD-8226-339BE553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59684-43F0-36DE-BBF4-5C035A1FD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latin typeface="+mj-lt"/>
                <a:ea typeface="+mj-ea"/>
                <a:cs typeface="+mj-cs"/>
              </a:rPr>
              <a:t>Unreal Render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DFFB34DA-E5A5-897D-B505-3F8C03D32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With the silo now texture I imported it into Unreal engine and created a high-Resolution screen shot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B23906-A9E9-F9C2-950B-BACAF5F36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9" r="24081"/>
          <a:stretch>
            <a:fillRect/>
          </a:stretch>
        </p:blipFill>
        <p:spPr>
          <a:xfrm>
            <a:off x="5987738" y="650494"/>
            <a:ext cx="5628018" cy="532414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8607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A7C84A-781C-8946-B7A3-56619B9F5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dirty="0"/>
              <a:t>Redesign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FCF7C-0C48-A22F-B442-59C0AE25A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400" dirty="0"/>
              <a:t>Looking at my final version, I realised I wasn’t very pleased with the final look, so I decided to redo most of the texturing process to make an improved final look.</a:t>
            </a:r>
          </a:p>
          <a:p>
            <a:pPr marL="0" indent="0">
              <a:buNone/>
            </a:pPr>
            <a:r>
              <a:rPr lang="en-GB" sz="2400" dirty="0"/>
              <a:t>Starting with a new UV layout.</a:t>
            </a:r>
          </a:p>
        </p:txBody>
      </p:sp>
    </p:spTree>
    <p:extLst>
      <p:ext uri="{BB962C8B-B14F-4D97-AF65-F5344CB8AC3E}">
        <p14:creationId xmlns:p14="http://schemas.microsoft.com/office/powerpoint/2010/main" val="3166389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737009-B448-8D40-8007-4D3F2AF85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GB" sz="3600"/>
              <a:t>Corrected UV’s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9FC4D9-C266-954D-4661-0039A2DE3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Returning to Maya I looked at each part of the asset, sewing and cutting edges to make a better layout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DAB349-9445-D13F-5489-33745AFAC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522" y="525982"/>
            <a:ext cx="5633762" cy="5619677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68489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B545582-41B5-BA53-7E60-B01EAC1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4382" y="0"/>
            <a:ext cx="4621832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B795FF-D2FC-7784-13B0-D8E0AE6F5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237" y="1141711"/>
            <a:ext cx="3525368" cy="2979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Re Texture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2CF8E5-0CCB-7EC4-7A95-1F065707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89" y="1400151"/>
            <a:ext cx="3126882" cy="395807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820E71-4237-CE3B-4F79-068DAA48D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604" y="871145"/>
            <a:ext cx="3122516" cy="501609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86293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EC42E848-73B9-F083-3981-A58512697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429" y="1623218"/>
            <a:ext cx="4282984" cy="351194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With these new UV’s I quickly re-baked the model. </a:t>
            </a:r>
          </a:p>
          <a:p>
            <a:pPr marL="0" indent="0">
              <a:buNone/>
            </a:pPr>
            <a:r>
              <a:rPr lang="en-US" sz="2400" dirty="0"/>
              <a:t>I also decided to use substance painters painting features with a black mask to add the high maps and more precise colours.</a:t>
            </a:r>
          </a:p>
          <a:p>
            <a:pPr marL="0" indent="0">
              <a:buNone/>
            </a:pPr>
            <a:r>
              <a:rPr lang="en-US" sz="2400" dirty="0"/>
              <a:t>I also changed the material to be more </a:t>
            </a:r>
            <a:r>
              <a:rPr lang="en-US" sz="2400" dirty="0" err="1"/>
              <a:t>metalic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9716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2BF2-B280-2157-965B-93B283B1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9" y="1101114"/>
            <a:ext cx="10488274" cy="6051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Texture maps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E076A3E-9405-C3DA-A25B-74C4AD47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7B51B6D9-92CC-6159-3EB9-CF4705F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94" y="2680138"/>
            <a:ext cx="12192000" cy="4177862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Roughness&#10;">
            <a:extLst>
              <a:ext uri="{FF2B5EF4-FFF2-40B4-BE49-F238E27FC236}">
                <a16:creationId xmlns:a16="http://schemas.microsoft.com/office/drawing/2014/main" id="{B642BAF6-3072-A1FA-4D4E-093023647B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40" y="3560666"/>
            <a:ext cx="2483494" cy="2483494"/>
          </a:xfrm>
          <a:prstGeom prst="rect">
            <a:avLst/>
          </a:prstGeom>
        </p:spPr>
      </p:pic>
      <p:pic>
        <p:nvPicPr>
          <p:cNvPr id="15" name="Picture 14" descr="Metallic&#10;">
            <a:extLst>
              <a:ext uri="{FF2B5EF4-FFF2-40B4-BE49-F238E27FC236}">
                <a16:creationId xmlns:a16="http://schemas.microsoft.com/office/drawing/2014/main" id="{5202794D-172B-FDB3-04E8-92E4F9F15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557" y="3564134"/>
            <a:ext cx="2480026" cy="2480026"/>
          </a:xfrm>
          <a:prstGeom prst="rect">
            <a:avLst/>
          </a:prstGeom>
        </p:spPr>
      </p:pic>
      <p:pic>
        <p:nvPicPr>
          <p:cNvPr id="11" name="Picture 10" descr="Normals">
            <a:extLst>
              <a:ext uri="{FF2B5EF4-FFF2-40B4-BE49-F238E27FC236}">
                <a16:creationId xmlns:a16="http://schemas.microsoft.com/office/drawing/2014/main" id="{A3A9AECC-AAE0-7BE7-042D-B5BCD9FBE3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21" y="3557526"/>
            <a:ext cx="2483494" cy="2483494"/>
          </a:xfrm>
          <a:prstGeom prst="rect">
            <a:avLst/>
          </a:prstGeom>
        </p:spPr>
      </p:pic>
      <p:pic>
        <p:nvPicPr>
          <p:cNvPr id="13" name="Picture 12" descr="Base Colour&#10;">
            <a:extLst>
              <a:ext uri="{FF2B5EF4-FFF2-40B4-BE49-F238E27FC236}">
                <a16:creationId xmlns:a16="http://schemas.microsoft.com/office/drawing/2014/main" id="{192E7128-5900-B6AB-5C4E-5CB33F417B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553" y="3560994"/>
            <a:ext cx="2480026" cy="248002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1DCEE91-7C17-C72D-39C1-BCBC060BB39D}"/>
              </a:ext>
            </a:extLst>
          </p:cNvPr>
          <p:cNvSpPr txBox="1"/>
          <p:nvPr/>
        </p:nvSpPr>
        <p:spPr>
          <a:xfrm>
            <a:off x="6762840" y="2713503"/>
            <a:ext cx="136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Normals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11A4DC-2518-3EF3-6C6B-6218D9B7638C}"/>
              </a:ext>
            </a:extLst>
          </p:cNvPr>
          <p:cNvSpPr txBox="1"/>
          <p:nvPr/>
        </p:nvSpPr>
        <p:spPr>
          <a:xfrm>
            <a:off x="9325238" y="2774204"/>
            <a:ext cx="157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Base Colour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2040A8-CC70-1521-BA19-543839169AC9}"/>
              </a:ext>
            </a:extLst>
          </p:cNvPr>
          <p:cNvSpPr txBox="1"/>
          <p:nvPr/>
        </p:nvSpPr>
        <p:spPr>
          <a:xfrm>
            <a:off x="4095342" y="2774204"/>
            <a:ext cx="136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Metallic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2599B50-02B0-FA3B-1E6F-B8AA9269F63A}"/>
              </a:ext>
            </a:extLst>
          </p:cNvPr>
          <p:cNvSpPr txBox="1"/>
          <p:nvPr/>
        </p:nvSpPr>
        <p:spPr>
          <a:xfrm>
            <a:off x="1427844" y="2774204"/>
            <a:ext cx="136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Roughness</a:t>
            </a:r>
          </a:p>
        </p:txBody>
      </p:sp>
    </p:spTree>
    <p:extLst>
      <p:ext uri="{BB962C8B-B14F-4D97-AF65-F5344CB8AC3E}">
        <p14:creationId xmlns:p14="http://schemas.microsoft.com/office/powerpoint/2010/main" val="2303012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DA911-428A-FEF4-082E-28B38F69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3130041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Final Verisoin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6537F8-C7E0-DDAA-7E41-043C338FD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62" r="21324"/>
          <a:stretch>
            <a:fillRect/>
          </a:stretch>
        </p:blipFill>
        <p:spPr>
          <a:xfrm>
            <a:off x="6331115" y="1124084"/>
            <a:ext cx="4747075" cy="473392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75020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F70E7-912C-C0CB-64EE-ED49511C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Time line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5DB51EA-68C4-88A2-83BE-D668DCE1F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76" t="21963" r="32591" b="18059"/>
          <a:stretch>
            <a:fillRect/>
          </a:stretch>
        </p:blipFill>
        <p:spPr>
          <a:xfrm>
            <a:off x="486281" y="1700254"/>
            <a:ext cx="1748072" cy="152586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637C9B-68AD-2A42-FB33-04CDB0A826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8933" b="2772"/>
          <a:stretch>
            <a:fillRect/>
          </a:stretch>
        </p:blipFill>
        <p:spPr>
          <a:xfrm>
            <a:off x="3989965" y="1676094"/>
            <a:ext cx="1065315" cy="155276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9031B65-D608-F6D8-CDF4-F9E774F7A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722" y="1649810"/>
            <a:ext cx="1199154" cy="157630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A3E368-259C-3594-D359-03BC1B4B8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9677" y="1618559"/>
            <a:ext cx="1604123" cy="157630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CD78D1D1-9C94-D16B-8D93-1D2F14645F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9" r="24081"/>
          <a:stretch>
            <a:fillRect/>
          </a:stretch>
        </p:blipFill>
        <p:spPr>
          <a:xfrm>
            <a:off x="9749677" y="4127080"/>
            <a:ext cx="1680512" cy="158977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F6140D-B687-7444-BEE9-47CCACB96D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857" y="4214283"/>
            <a:ext cx="1711768" cy="170748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27BD88-8E83-509E-7542-5265AFE55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1510" y="4042489"/>
            <a:ext cx="1389577" cy="1758958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80BC83-9EF8-9AA7-B3F4-E6AD2DA60B0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06" r="20821" b="-2"/>
          <a:stretch>
            <a:fillRect/>
          </a:stretch>
        </p:blipFill>
        <p:spPr>
          <a:xfrm>
            <a:off x="504432" y="4211280"/>
            <a:ext cx="1711769" cy="169006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8F993A10-F0E2-B394-5FC3-1F2137129CB3}"/>
              </a:ext>
            </a:extLst>
          </p:cNvPr>
          <p:cNvSpPr/>
          <p:nvPr/>
        </p:nvSpPr>
        <p:spPr>
          <a:xfrm>
            <a:off x="2745446" y="2223503"/>
            <a:ext cx="733425" cy="4793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5872C0A-2697-862C-3B0B-5AE565F02D60}"/>
              </a:ext>
            </a:extLst>
          </p:cNvPr>
          <p:cNvSpPr/>
          <p:nvPr/>
        </p:nvSpPr>
        <p:spPr>
          <a:xfrm>
            <a:off x="5735656" y="2218720"/>
            <a:ext cx="733425" cy="4793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85A631D-21EE-A0FF-E23A-084D0A59FB74}"/>
              </a:ext>
            </a:extLst>
          </p:cNvPr>
          <p:cNvSpPr/>
          <p:nvPr/>
        </p:nvSpPr>
        <p:spPr>
          <a:xfrm>
            <a:off x="8716327" y="2223502"/>
            <a:ext cx="733425" cy="4793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F02042D-4A52-7235-974B-2A11B625D3BC}"/>
              </a:ext>
            </a:extLst>
          </p:cNvPr>
          <p:cNvSpPr/>
          <p:nvPr/>
        </p:nvSpPr>
        <p:spPr>
          <a:xfrm rot="10800000">
            <a:off x="2629618" y="4682287"/>
            <a:ext cx="733425" cy="4793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F3D998E-DAA2-9FCB-1A7D-DEAB07E14562}"/>
              </a:ext>
            </a:extLst>
          </p:cNvPr>
          <p:cNvSpPr/>
          <p:nvPr/>
        </p:nvSpPr>
        <p:spPr>
          <a:xfrm rot="10800000">
            <a:off x="5682200" y="4649338"/>
            <a:ext cx="733425" cy="4793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8BAC711-BA28-9EF0-3D82-35A131FED2C8}"/>
              </a:ext>
            </a:extLst>
          </p:cNvPr>
          <p:cNvSpPr/>
          <p:nvPr/>
        </p:nvSpPr>
        <p:spPr>
          <a:xfrm rot="10800000">
            <a:off x="8813867" y="4632317"/>
            <a:ext cx="733425" cy="4793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7012D7-6F47-DEDE-868C-BAB2DB3DD8FE}"/>
              </a:ext>
            </a:extLst>
          </p:cNvPr>
          <p:cNvSpPr txBox="1"/>
          <p:nvPr/>
        </p:nvSpPr>
        <p:spPr>
          <a:xfrm>
            <a:off x="743852" y="3534032"/>
            <a:ext cx="1232928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Block Out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34EA9-8552-DDE6-4B65-7A0B9E8846A6}"/>
              </a:ext>
            </a:extLst>
          </p:cNvPr>
          <p:cNvSpPr txBox="1"/>
          <p:nvPr/>
        </p:nvSpPr>
        <p:spPr>
          <a:xfrm>
            <a:off x="3948140" y="3534032"/>
            <a:ext cx="1148963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High Poly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5C0ABF-63A1-9285-CA60-A62706955450}"/>
              </a:ext>
            </a:extLst>
          </p:cNvPr>
          <p:cNvSpPr txBox="1"/>
          <p:nvPr/>
        </p:nvSpPr>
        <p:spPr>
          <a:xfrm>
            <a:off x="7136722" y="3447219"/>
            <a:ext cx="1232928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Low Poly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740057-8B47-2886-CA32-F5C220F649EB}"/>
              </a:ext>
            </a:extLst>
          </p:cNvPr>
          <p:cNvSpPr txBox="1"/>
          <p:nvPr/>
        </p:nvSpPr>
        <p:spPr>
          <a:xfrm>
            <a:off x="9935274" y="3534032"/>
            <a:ext cx="1232928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UV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43095B-A532-8984-76B0-98DE4645D5AE}"/>
              </a:ext>
            </a:extLst>
          </p:cNvPr>
          <p:cNvSpPr txBox="1"/>
          <p:nvPr/>
        </p:nvSpPr>
        <p:spPr>
          <a:xfrm>
            <a:off x="9973469" y="5970424"/>
            <a:ext cx="1232928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Render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30E460-537A-4E47-B84A-F5FE50139809}"/>
              </a:ext>
            </a:extLst>
          </p:cNvPr>
          <p:cNvSpPr txBox="1"/>
          <p:nvPr/>
        </p:nvSpPr>
        <p:spPr>
          <a:xfrm>
            <a:off x="7198159" y="5989553"/>
            <a:ext cx="1232928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Texture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5113AD-BB3F-B722-99B2-8C6F09A3F4EC}"/>
              </a:ext>
            </a:extLst>
          </p:cNvPr>
          <p:cNvSpPr txBox="1"/>
          <p:nvPr/>
        </p:nvSpPr>
        <p:spPr>
          <a:xfrm>
            <a:off x="4103096" y="6232691"/>
            <a:ext cx="821290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UV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B94B9F-62A6-4F8B-F9E5-EDBA3FFC50F3}"/>
              </a:ext>
            </a:extLst>
          </p:cNvPr>
          <p:cNvSpPr txBox="1"/>
          <p:nvPr/>
        </p:nvSpPr>
        <p:spPr>
          <a:xfrm>
            <a:off x="668098" y="6205739"/>
            <a:ext cx="1472349" cy="36933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Final Version</a:t>
            </a:r>
          </a:p>
        </p:txBody>
      </p:sp>
    </p:spTree>
    <p:extLst>
      <p:ext uri="{BB962C8B-B14F-4D97-AF65-F5344CB8AC3E}">
        <p14:creationId xmlns:p14="http://schemas.microsoft.com/office/powerpoint/2010/main" val="2203051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746FDA-7642-AC3D-4E4E-625CE4763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Sketch Fab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010922-BCB0-05B7-3135-61961163F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1344383"/>
            <a:ext cx="5536001" cy="41104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336A5-D5B4-00CA-B55F-5D5F9AF29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336" y="5513617"/>
            <a:ext cx="4036333" cy="72259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https://skfb.ly/pJn8O</a:t>
            </a:r>
            <a:endParaRPr lang="en-US" sz="3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3324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413</Words>
  <Application>Microsoft Office PowerPoint</Application>
  <PresentationFormat>Widescreen</PresentationFormat>
  <Paragraphs>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Office Theme</vt:lpstr>
      <vt:lpstr>Modelling: Sci-fi Silo</vt:lpstr>
      <vt:lpstr>Intro</vt:lpstr>
      <vt:lpstr>Mood board </vt:lpstr>
      <vt:lpstr>Block out</vt:lpstr>
      <vt:lpstr>High Poly </vt:lpstr>
      <vt:lpstr>Low Poly</vt:lpstr>
      <vt:lpstr>UV’s</vt:lpstr>
      <vt:lpstr>Naming Scheme</vt:lpstr>
      <vt:lpstr>Baking the Model</vt:lpstr>
      <vt:lpstr>Trim Sheets</vt:lpstr>
      <vt:lpstr>Texturing</vt:lpstr>
      <vt:lpstr>Unreal Render</vt:lpstr>
      <vt:lpstr>Redesign</vt:lpstr>
      <vt:lpstr>Corrected UV’s</vt:lpstr>
      <vt:lpstr>Re Texture</vt:lpstr>
      <vt:lpstr>Texture maps</vt:lpstr>
      <vt:lpstr>Final Verisoin</vt:lpstr>
      <vt:lpstr>Time line</vt:lpstr>
      <vt:lpstr>Sketch Fab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Taylor Raine</dc:creator>
  <cp:lastModifiedBy>Taylor Raine</cp:lastModifiedBy>
  <cp:revision>19</cp:revision>
  <dcterms:created xsi:type="dcterms:W3CDTF">2026-04-24T08:29:15Z</dcterms:created>
  <dcterms:modified xsi:type="dcterms:W3CDTF">2026-04-30T22:06:52Z</dcterms:modified>
</cp:coreProperties>
</file>